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under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short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</a:t>
            </a:r>
          </a:p>
          <a:p>
            <a:pPr lvl="1"/>
            <a:r>
              <a:t>By region</a:t>
            </a:r>
          </a:p>
          <a:p>
            <a: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2026-10-16T12:00:00Z</dcterms:created>
  <dcterms:modified xsi:type="dcterms:W3CDTF">2026-10-16T12:00:00Z</dcterms:modified>
  <cp:category/>
</cp:coreProperties>
</file>